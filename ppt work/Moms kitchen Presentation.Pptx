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ags/tag1.xml" ContentType="application/vnd.openxmlformats-officedocument.presentationml.tag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1" r:id="rId4"/>
    <p:sldId id="262" r:id="rId5"/>
    <p:sldId id="264" r:id="rId6"/>
    <p:sldId id="265" r:id="rId7"/>
    <p:sldId id="268" r:id="rId8"/>
    <p:sldId id="266" r:id="rId9"/>
    <p:sldId id="267" r:id="rId10"/>
    <p:sldId id="270" r:id="rId11"/>
    <p:sldId id="269" r:id="rId12"/>
    <p:sldId id="260" r:id="rId13"/>
  </p:sldIdLst>
  <p:sldSz cx="12188825" cy="6858000"/>
  <p:notesSz cx="6858000" cy="9144000"/>
  <p:custDataLst>
    <p:tags r:id="rId1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  <p:ext uri="{1BD7E111-0CB8-44D6-8891-C1BB2F81B7CC}">
      <p1710:readonlyRecommended xmlns:p1710="http://schemas.microsoft.com/office/powerpoint/2017/10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100" d="100"/>
          <a:sy n="100" d="100"/>
        </p:scale>
        <p:origin x="-936" y="-696"/>
      </p:cViewPr>
      <p:guideLst>
        <p:guide orient="horz" pos="2160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271BF10-E27D-4B12-A308-C14F3A59CE10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F8CB1EF-82CD-4E78-A7CB-9E5D4C5E729B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CC0464-C42E-41B8-8FDF-604F55EAF17D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66D35CF-0EAA-40B5-BC50-E2040A0520F0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7D6E8F5-D22C-4EDF-8605-78620BE39C1A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D78B20F-A106-4448-8EA3-5A9F0E4EDBE2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EFEC322C-3AE3-48FA-8422-9850D31CA2E1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DF2D444-9176-4180-9544-B5D0433841F1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8924CDE-384D-4BF7-A30B-EDEEE80EF984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734B7FF-E11D-41B0-A314-0B5383010460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4841228-83CA-44DF-9848-CD72F2F4E7BB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8"/>
            <a:ext cx="109699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600201"/>
            <a:ext cx="1096994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pPr/>
              <a:t>5/25/2022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New pi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825" cy="6858000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0012" y="274638"/>
            <a:ext cx="10209372" cy="1143000"/>
          </a:xfrm>
        </p:spPr>
        <p:txBody>
          <a:bodyPr/>
          <a:lstStyle/>
          <a:p>
            <a:r>
              <a:rPr lang="en-US" b="1" u="sng" dirty="0" smtClean="0">
                <a:latin typeface="Georgia" pitchFamily="18" charset="0"/>
              </a:rPr>
              <a:t>Problem in Existing Tiffin Service</a:t>
            </a:r>
            <a:endParaRPr lang="en-US" b="1" u="sng" dirty="0">
              <a:latin typeface="Georgia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0012" y="1600201"/>
            <a:ext cx="10209372" cy="4114799"/>
          </a:xfrm>
        </p:spPr>
        <p:txBody>
          <a:bodyPr/>
          <a:lstStyle/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dirty="0" smtClean="0">
                <a:latin typeface="Georgia" pitchFamily="18" charset="0"/>
              </a:rPr>
              <a:t>Low Food Quality </a:t>
            </a:r>
          </a:p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dirty="0" smtClean="0">
                <a:latin typeface="Georgia" pitchFamily="18" charset="0"/>
              </a:rPr>
              <a:t>High Pricing </a:t>
            </a:r>
          </a:p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dirty="0" smtClean="0">
                <a:latin typeface="Georgia" pitchFamily="18" charset="0"/>
              </a:rPr>
              <a:t>Unorganized Tiffin Services </a:t>
            </a:r>
            <a:endParaRPr lang="en-US" dirty="0">
              <a:latin typeface="Georgia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None/>
            </a:pPr>
            <a:r>
              <a:rPr lang="en-US" dirty="0" smtClean="0">
                <a:latin typeface="Georgia" pitchFamily="18" charset="0"/>
              </a:rPr>
              <a:t> </a:t>
            </a:r>
            <a:endParaRPr lang="en-US" dirty="0">
              <a:latin typeface="Georgia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27212" y="1600200"/>
            <a:ext cx="396240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smtClean="0">
                <a:latin typeface="Georgia" pitchFamily="18" charset="0"/>
              </a:rPr>
              <a:t>Vision</a:t>
            </a:r>
          </a:p>
          <a:p>
            <a:pPr algn="ctr"/>
            <a:r>
              <a:rPr lang="en-US" sz="2500" dirty="0" smtClean="0">
                <a:latin typeface="Georgia" pitchFamily="18" charset="0"/>
              </a:rPr>
              <a:t>To provide a highly flexible and systematic digital platform for new and pre existing </a:t>
            </a:r>
            <a:r>
              <a:rPr lang="en-US" sz="2500" dirty="0" err="1" smtClean="0">
                <a:latin typeface="Georgia" pitchFamily="18" charset="0"/>
              </a:rPr>
              <a:t>tiffin</a:t>
            </a:r>
            <a:r>
              <a:rPr lang="en-US" sz="2500" dirty="0" smtClean="0">
                <a:latin typeface="Georgia" pitchFamily="18" charset="0"/>
              </a:rPr>
              <a:t> systems, empowering women and people welfare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9212" y="1600200"/>
            <a:ext cx="419100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smtClean="0">
                <a:latin typeface="Georgia" pitchFamily="18" charset="0"/>
              </a:rPr>
              <a:t>Mission</a:t>
            </a:r>
            <a:endParaRPr lang="en-US" sz="2500" b="1" dirty="0" smtClean="0">
              <a:latin typeface="Georgia" pitchFamily="18" charset="0"/>
            </a:endParaRPr>
          </a:p>
          <a:p>
            <a:pPr algn="ctr"/>
            <a:r>
              <a:rPr lang="en-US" sz="2500" dirty="0" smtClean="0">
                <a:latin typeface="Georgia" pitchFamily="18" charset="0"/>
              </a:rPr>
              <a:t>To promote women empowerment by providing extra source of income &amp; To provide high quality </a:t>
            </a:r>
            <a:r>
              <a:rPr lang="en-US" sz="2500" dirty="0" err="1" smtClean="0">
                <a:latin typeface="Georgia" pitchFamily="18" charset="0"/>
              </a:rPr>
              <a:t>tiffin</a:t>
            </a:r>
            <a:r>
              <a:rPr lang="en-US" sz="2500" dirty="0" smtClean="0">
                <a:latin typeface="Georgia" pitchFamily="18" charset="0"/>
              </a:rPr>
              <a:t> service </a:t>
            </a:r>
          </a:p>
          <a:p>
            <a:pPr algn="ctr"/>
            <a:endParaRPr lang="en-US" sz="2500" dirty="0" smtClean="0">
              <a:latin typeface="Georgia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0012" y="274638"/>
            <a:ext cx="10209372" cy="1143000"/>
          </a:xfrm>
        </p:spPr>
        <p:txBody>
          <a:bodyPr/>
          <a:lstStyle/>
          <a:p>
            <a:r>
              <a:rPr lang="en-US" b="1" dirty="0" smtClean="0"/>
              <a:t>Targeted Audience </a:t>
            </a:r>
            <a:endParaRPr lang="en-US" b="1" dirty="0"/>
          </a:p>
        </p:txBody>
      </p:sp>
      <p:sp>
        <p:nvSpPr>
          <p:cNvPr id="4" name="TextBox 3"/>
          <p:cNvSpPr txBox="1"/>
          <p:nvPr/>
        </p:nvSpPr>
        <p:spPr>
          <a:xfrm>
            <a:off x="989012" y="1981200"/>
            <a:ext cx="5943600" cy="2477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Georgia" pitchFamily="18" charset="0"/>
              </a:rPr>
              <a:t>   </a:t>
            </a:r>
            <a:r>
              <a:rPr lang="en-US" sz="3500" dirty="0" smtClean="0">
                <a:latin typeface="Georgia" pitchFamily="18" charset="0"/>
              </a:rPr>
              <a:t>Service provider</a:t>
            </a:r>
          </a:p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dirty="0" smtClean="0">
                <a:latin typeface="Georgia" pitchFamily="18" charset="0"/>
              </a:rPr>
              <a:t>Housewives</a:t>
            </a:r>
          </a:p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dirty="0" smtClean="0">
                <a:latin typeface="Georgia" pitchFamily="18" charset="0"/>
              </a:rPr>
              <a:t>Local Tiffin System</a:t>
            </a:r>
          </a:p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dirty="0" smtClean="0">
                <a:latin typeface="Georgia" pitchFamily="18" charset="0"/>
              </a:rPr>
              <a:t>Restaurants </a:t>
            </a:r>
            <a:endParaRPr lang="en-US" sz="2000" dirty="0">
              <a:latin typeface="Georgia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70612" y="1981200"/>
            <a:ext cx="312420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i="1" dirty="0" smtClean="0">
                <a:latin typeface="Georgia" pitchFamily="18" charset="0"/>
              </a:rPr>
              <a:t>  </a:t>
            </a:r>
            <a:r>
              <a:rPr lang="en-US" sz="3500" dirty="0" smtClean="0">
                <a:latin typeface="Georgia" pitchFamily="18" charset="0"/>
              </a:rPr>
              <a:t>User</a:t>
            </a:r>
          </a:p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dirty="0" smtClean="0">
                <a:latin typeface="Georgia" pitchFamily="18" charset="0"/>
              </a:rPr>
              <a:t>Students</a:t>
            </a:r>
          </a:p>
          <a:p>
            <a:pPr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dirty="0" smtClean="0">
                <a:latin typeface="Georgia" pitchFamily="18" charset="0"/>
              </a:rPr>
              <a:t>Employees</a:t>
            </a:r>
            <a:endParaRPr lang="en-US" sz="2000" dirty="0">
              <a:latin typeface="Georgia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iffin-images-clipart-3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979612" y="1676400"/>
            <a:ext cx="1606685" cy="1678093"/>
          </a:xfrm>
          <a:prstGeom prst="rect">
            <a:avLst/>
          </a:prstGeom>
        </p:spPr>
      </p:pic>
      <p:pic>
        <p:nvPicPr>
          <p:cNvPr id="6" name="Picture 5" descr="loving-mom-introducing-new-recipe-to-her-child-happy-mother-feeding-baby-solid-food-spoon-19666939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7612" y="1752600"/>
            <a:ext cx="2110082" cy="1709166"/>
          </a:xfrm>
          <a:prstGeom prst="rect">
            <a:avLst/>
          </a:prstGeom>
        </p:spPr>
      </p:pic>
      <p:pic>
        <p:nvPicPr>
          <p:cNvPr id="7" name="Picture 6" descr="202-2025315_library-drawing-restaurant-restaurant-clipart-png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532812" y="1447800"/>
            <a:ext cx="1931331" cy="1799435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 rot="5400000">
            <a:off x="3199606" y="4495006"/>
            <a:ext cx="24384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rot="5400000">
            <a:off x="6666706" y="4533106"/>
            <a:ext cx="25146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93812" y="3276600"/>
            <a:ext cx="3124200" cy="2133600"/>
          </a:xfrm>
          <a:prstGeom prst="rect">
            <a:avLst/>
          </a:prstGeom>
          <a:noFill/>
        </p:spPr>
        <p:txBody>
          <a:bodyPr wrap="square" lIns="0" tIns="0" rtlCol="0">
            <a:normAutofit fontScale="92500"/>
          </a:bodyPr>
          <a:lstStyle/>
          <a:p>
            <a:pPr algn="ctr"/>
            <a:r>
              <a:rPr lang="en-US" sz="2500" b="1" dirty="0" smtClean="0">
                <a:latin typeface="Georgia" pitchFamily="18" charset="0"/>
              </a:rPr>
              <a:t>Local Tiffin Service</a:t>
            </a:r>
          </a:p>
          <a:p>
            <a:pPr algn="ctr"/>
            <a:endParaRPr lang="en-US" sz="2000" dirty="0" smtClean="0">
              <a:latin typeface="Georgia" pitchFamily="18" charset="0"/>
            </a:endParaRPr>
          </a:p>
          <a:p>
            <a:pPr algn="ctr"/>
            <a:r>
              <a:rPr lang="en-US" sz="2200" dirty="0" smtClean="0">
                <a:latin typeface="Georgia" pitchFamily="18" charset="0"/>
              </a:rPr>
              <a:t>We will tie-up with the existing </a:t>
            </a:r>
            <a:r>
              <a:rPr lang="en-US" sz="2200" dirty="0" err="1" smtClean="0">
                <a:latin typeface="Georgia" pitchFamily="18" charset="0"/>
              </a:rPr>
              <a:t>tiffin</a:t>
            </a:r>
            <a:r>
              <a:rPr lang="en-US" sz="2200" dirty="0" smtClean="0">
                <a:latin typeface="Georgia" pitchFamily="18" charset="0"/>
              </a:rPr>
              <a:t> services and provide them new Users</a:t>
            </a:r>
            <a:endParaRPr lang="en-US" sz="2200" dirty="0">
              <a:latin typeface="Georgia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18012" y="3276600"/>
            <a:ext cx="3505200" cy="24776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 smtClean="0">
                <a:latin typeface="Georgia" pitchFamily="18" charset="0"/>
              </a:rPr>
              <a:t>Housewives</a:t>
            </a:r>
          </a:p>
          <a:p>
            <a:pPr algn="ctr"/>
            <a:endParaRPr lang="en-US" sz="2000" dirty="0" smtClean="0">
              <a:latin typeface="Georgia" pitchFamily="18" charset="0"/>
            </a:endParaRPr>
          </a:p>
          <a:p>
            <a:pPr algn="ctr"/>
            <a:r>
              <a:rPr lang="en-US" sz="2200" dirty="0" smtClean="0">
                <a:latin typeface="Georgia" pitchFamily="18" charset="0"/>
              </a:rPr>
              <a:t>We will provide fundamental raw materials to housewives and a dashboard to manage their services</a:t>
            </a:r>
            <a:endParaRPr lang="en-US" sz="2200" dirty="0">
              <a:latin typeface="Georgia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23212" y="3276600"/>
            <a:ext cx="3276600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 smtClean="0">
                <a:latin typeface="Georgia" pitchFamily="18" charset="0"/>
              </a:rPr>
              <a:t>Restaurants</a:t>
            </a:r>
          </a:p>
          <a:p>
            <a:pPr algn="ctr"/>
            <a:endParaRPr lang="en-US" sz="2000" dirty="0" smtClean="0">
              <a:latin typeface="Georgia" pitchFamily="18" charset="0"/>
            </a:endParaRPr>
          </a:p>
          <a:p>
            <a:pPr algn="ctr"/>
            <a:r>
              <a:rPr lang="en-US" sz="2200" dirty="0" smtClean="0">
                <a:latin typeface="Georgia" pitchFamily="18" charset="0"/>
              </a:rPr>
              <a:t>We will integrate the     pre-existing </a:t>
            </a:r>
            <a:r>
              <a:rPr lang="en-US" sz="2200" dirty="0" err="1" smtClean="0">
                <a:latin typeface="Georgia" pitchFamily="18" charset="0"/>
              </a:rPr>
              <a:t>thali</a:t>
            </a:r>
            <a:r>
              <a:rPr lang="en-US" sz="2200" dirty="0" smtClean="0">
                <a:latin typeface="Georgia" pitchFamily="18" charset="0"/>
              </a:rPr>
              <a:t> system in our timely organized </a:t>
            </a:r>
            <a:r>
              <a:rPr lang="en-US" sz="2200" dirty="0" err="1" smtClean="0">
                <a:latin typeface="Georgia" pitchFamily="18" charset="0"/>
              </a:rPr>
              <a:t>tiffin</a:t>
            </a:r>
            <a:r>
              <a:rPr lang="en-US" sz="2200" dirty="0" smtClean="0">
                <a:latin typeface="Georgia" pitchFamily="18" charset="0"/>
              </a:rPr>
              <a:t> service</a:t>
            </a:r>
            <a:endParaRPr lang="en-US" sz="2200" dirty="0">
              <a:latin typeface="Georgia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98612" y="304800"/>
            <a:ext cx="92964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 smtClean="0">
                <a:latin typeface="Georgia" pitchFamily="18" charset="0"/>
              </a:rPr>
              <a:t>Service Providers </a:t>
            </a:r>
          </a:p>
          <a:p>
            <a:pPr algn="ctr"/>
            <a:endParaRPr lang="en-US" sz="4400" b="1" dirty="0" smtClean="0">
              <a:latin typeface="Georgia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674812" y="457200"/>
            <a:ext cx="9448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 smtClean="0">
                <a:latin typeface="Georgia" pitchFamily="18" charset="0"/>
              </a:rPr>
              <a:t>Rules For Service Providers</a:t>
            </a:r>
            <a:endParaRPr lang="en-US" sz="4400" b="1" dirty="0">
              <a:latin typeface="Georgia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4212" y="2057400"/>
            <a:ext cx="11125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3000" dirty="0" smtClean="0">
                <a:latin typeface="Georgia" pitchFamily="18" charset="0"/>
              </a:rPr>
              <a:t>They have to verify food related certificates issued by G.O.I.</a:t>
            </a:r>
          </a:p>
          <a:p>
            <a:pPr>
              <a:buFont typeface="Wingdings" pitchFamily="2" charset="2"/>
              <a:buChar char="Ø"/>
            </a:pPr>
            <a:r>
              <a:rPr lang="en-US" sz="3000" dirty="0" smtClean="0">
                <a:latin typeface="Georgia" pitchFamily="18" charset="0"/>
              </a:rPr>
              <a:t>Maintain </a:t>
            </a:r>
            <a:r>
              <a:rPr lang="en-US" sz="3000" dirty="0" smtClean="0">
                <a:latin typeface="Georgia" pitchFamily="18" charset="0"/>
              </a:rPr>
              <a:t>food quality &amp; hygiene </a:t>
            </a:r>
          </a:p>
          <a:p>
            <a:pPr>
              <a:buFont typeface="Wingdings" pitchFamily="2" charset="2"/>
              <a:buChar char="Ø"/>
            </a:pPr>
            <a:r>
              <a:rPr lang="en-US" sz="3000" dirty="0" smtClean="0">
                <a:latin typeface="Georgia" pitchFamily="18" charset="0"/>
              </a:rPr>
              <a:t>They have to maintain proper rating &amp; react towards customer review </a:t>
            </a:r>
          </a:p>
          <a:p>
            <a:pPr>
              <a:buFont typeface="Wingdings" pitchFamily="2" charset="2"/>
              <a:buChar char="Ø"/>
            </a:pPr>
            <a:r>
              <a:rPr lang="en-US" sz="3000" dirty="0" smtClean="0">
                <a:latin typeface="Georgia" pitchFamily="18" charset="0"/>
              </a:rPr>
              <a:t>Decide weekly menu according to customers </a:t>
            </a:r>
          </a:p>
          <a:p>
            <a:pPr>
              <a:buFont typeface="Wingdings" pitchFamily="2" charset="2"/>
              <a:buChar char="Ø"/>
            </a:pPr>
            <a:endParaRPr lang="en-US" sz="3000" dirty="0">
              <a:latin typeface="Georgia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/>
          <p:cNvCxnSpPr/>
          <p:nvPr/>
        </p:nvCxnSpPr>
        <p:spPr>
          <a:xfrm rot="5400000">
            <a:off x="3199606" y="4495006"/>
            <a:ext cx="24384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rot="5400000">
            <a:off x="6666706" y="4533106"/>
            <a:ext cx="2514600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293812" y="3276600"/>
            <a:ext cx="312420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 smtClean="0">
                <a:latin typeface="Georgia" pitchFamily="18" charset="0"/>
              </a:rPr>
              <a:t>Basic Subscription</a:t>
            </a:r>
          </a:p>
          <a:p>
            <a:pPr algn="ctr"/>
            <a:endParaRPr lang="en-US" sz="2000" dirty="0" smtClean="0">
              <a:latin typeface="Georgia" pitchFamily="18" charset="0"/>
            </a:endParaRPr>
          </a:p>
          <a:p>
            <a:pPr algn="ctr"/>
            <a:r>
              <a:rPr lang="en-US" sz="2000" dirty="0" smtClean="0">
                <a:latin typeface="Georgia" pitchFamily="18" charset="0"/>
              </a:rPr>
              <a:t>User </a:t>
            </a:r>
            <a:r>
              <a:rPr lang="en-US" sz="2000" dirty="0" smtClean="0">
                <a:latin typeface="Georgia" pitchFamily="18" charset="0"/>
              </a:rPr>
              <a:t>can select any one of service provider permanently </a:t>
            </a:r>
            <a:endParaRPr lang="en-US" sz="2000" dirty="0">
              <a:latin typeface="Georgia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18012" y="3276600"/>
            <a:ext cx="3505200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 smtClean="0">
                <a:latin typeface="Georgia" pitchFamily="18" charset="0"/>
              </a:rPr>
              <a:t>Prime Subscription </a:t>
            </a:r>
          </a:p>
          <a:p>
            <a:pPr algn="ctr"/>
            <a:endParaRPr lang="en-US" sz="2000" dirty="0" smtClean="0">
              <a:latin typeface="Georgia" pitchFamily="18" charset="0"/>
            </a:endParaRPr>
          </a:p>
          <a:p>
            <a:pPr algn="ctr"/>
            <a:r>
              <a:rPr lang="en-US" sz="2000" dirty="0" smtClean="0">
                <a:latin typeface="Georgia" pitchFamily="18" charset="0"/>
              </a:rPr>
              <a:t>User </a:t>
            </a:r>
            <a:r>
              <a:rPr lang="en-US" sz="2000" dirty="0" smtClean="0">
                <a:latin typeface="Georgia" pitchFamily="18" charset="0"/>
              </a:rPr>
              <a:t>have freedom to choose their service provider on weekly basis</a:t>
            </a:r>
            <a:endParaRPr lang="en-US" sz="2000" dirty="0">
              <a:latin typeface="Georgia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23212" y="3276600"/>
            <a:ext cx="327660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 smtClean="0">
                <a:latin typeface="Georgia" pitchFamily="18" charset="0"/>
              </a:rPr>
              <a:t>Add-On</a:t>
            </a:r>
          </a:p>
          <a:p>
            <a:pPr algn="ctr"/>
            <a:endParaRPr lang="en-US" sz="2000" dirty="0" smtClean="0">
              <a:latin typeface="Georgia" pitchFamily="18" charset="0"/>
            </a:endParaRPr>
          </a:p>
          <a:p>
            <a:pPr algn="ctr"/>
            <a:r>
              <a:rPr lang="en-US" sz="2000" dirty="0" smtClean="0">
                <a:latin typeface="Georgia" pitchFamily="18" charset="0"/>
              </a:rPr>
              <a:t>We </a:t>
            </a:r>
            <a:r>
              <a:rPr lang="en-US" sz="2000" dirty="0" smtClean="0">
                <a:latin typeface="Georgia" pitchFamily="18" charset="0"/>
              </a:rPr>
              <a:t>Will Provide Add-On With Meal </a:t>
            </a:r>
            <a:endParaRPr lang="en-US" sz="2000" dirty="0">
              <a:latin typeface="Georgia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98612" y="304800"/>
            <a:ext cx="92964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 smtClean="0">
                <a:latin typeface="Georgia" pitchFamily="18" charset="0"/>
              </a:rPr>
              <a:t>User </a:t>
            </a:r>
          </a:p>
          <a:p>
            <a:pPr algn="ctr"/>
            <a:endParaRPr lang="en-US" sz="4400" b="1" dirty="0" smtClean="0">
              <a:latin typeface="Georgia" pitchFamily="18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7012" y="1752600"/>
            <a:ext cx="18473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endParaRPr lang="en-US" sz="5400" b="1" cap="none" spc="0" dirty="0">
              <a:ln w="10541" cmpd="sng">
                <a:solidFill>
                  <a:srgbClr val="7D7D7D">
                    <a:tint val="100000"/>
                    <a:shade val="100000"/>
                    <a:satMod val="110000"/>
                  </a:srgbClr>
                </a:solidFill>
                <a:prstDash val="solid"/>
              </a:ln>
              <a:gradFill>
                <a:gsLst>
                  <a:gs pos="0">
                    <a:srgbClr val="FFFFFF">
                      <a:tint val="40000"/>
                      <a:satMod val="250000"/>
                    </a:srgbClr>
                  </a:gs>
                  <a:gs pos="9000">
                    <a:srgbClr val="FFFFFF">
                      <a:tint val="52000"/>
                      <a:satMod val="300000"/>
                    </a:srgbClr>
                  </a:gs>
                  <a:gs pos="50000">
                    <a:srgbClr val="FFFFFF">
                      <a:shade val="20000"/>
                      <a:satMod val="300000"/>
                    </a:srgbClr>
                  </a:gs>
                  <a:gs pos="79000">
                    <a:srgbClr val="FFFFFF">
                      <a:tint val="52000"/>
                      <a:satMod val="300000"/>
                    </a:srgbClr>
                  </a:gs>
                  <a:gs pos="100000">
                    <a:srgbClr val="FFFFFF">
                      <a:tint val="40000"/>
                      <a:satMod val="250000"/>
                    </a:srgbClr>
                  </a:gs>
                </a:gsLst>
                <a:lin ang="5400000"/>
              </a:gradFill>
              <a:effectLst/>
            </a:endParaRPr>
          </a:p>
        </p:txBody>
      </p:sp>
      <p:pic>
        <p:nvPicPr>
          <p:cNvPr id="10" name="Picture 9" descr="Premium-removebg-p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12" y="914400"/>
            <a:ext cx="2025435" cy="2571032"/>
          </a:xfrm>
          <a:prstGeom prst="rect">
            <a:avLst/>
          </a:prstGeom>
        </p:spPr>
      </p:pic>
      <p:pic>
        <p:nvPicPr>
          <p:cNvPr id="15" name="Picture 14" descr="Basic-removebg-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12" y="609600"/>
            <a:ext cx="4267200" cy="3048000"/>
          </a:xfrm>
          <a:prstGeom prst="rect">
            <a:avLst/>
          </a:prstGeom>
        </p:spPr>
      </p:pic>
      <p:pic>
        <p:nvPicPr>
          <p:cNvPr id="16" name="Picture 15" descr="05376646959925052290-removebg-pre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3425" y="533400"/>
            <a:ext cx="5105400" cy="2999031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latin typeface="Georgia" pitchFamily="18" charset="0"/>
              </a:rPr>
              <a:t>User Flexibility  </a:t>
            </a:r>
            <a:endParaRPr lang="en-US" b="1" dirty="0">
              <a:latin typeface="Georgia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22412" y="2057400"/>
            <a:ext cx="944880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3000" dirty="0" smtClean="0">
                <a:latin typeface="Georgia" pitchFamily="18" charset="0"/>
              </a:rPr>
              <a:t>User can cancel subscription after a particular time</a:t>
            </a:r>
          </a:p>
          <a:p>
            <a:endParaRPr lang="en-US" sz="3000" dirty="0" smtClean="0">
              <a:latin typeface="Georgia" pitchFamily="18" charset="0"/>
            </a:endParaRPr>
          </a:p>
          <a:p>
            <a:pPr>
              <a:buFont typeface="Wingdings" pitchFamily="2" charset="2"/>
              <a:buChar char="Ø"/>
            </a:pPr>
            <a:r>
              <a:rPr lang="en-US" sz="3000" dirty="0" smtClean="0">
                <a:latin typeface="Georgia" pitchFamily="18" charset="0"/>
              </a:rPr>
              <a:t>User can pause their subscription at any time</a:t>
            </a:r>
          </a:p>
          <a:p>
            <a:pPr>
              <a:buFont typeface="Wingdings" pitchFamily="2" charset="2"/>
              <a:buChar char="Ø"/>
            </a:pPr>
            <a:endParaRPr lang="en-US" sz="3000" dirty="0" smtClean="0">
              <a:latin typeface="Georgia" pitchFamily="18" charset="0"/>
            </a:endParaRPr>
          </a:p>
          <a:p>
            <a:pPr>
              <a:buFont typeface="Wingdings" pitchFamily="2" charset="2"/>
              <a:buChar char="Ø"/>
            </a:pPr>
            <a:r>
              <a:rPr lang="en-US" sz="3000" dirty="0" smtClean="0">
                <a:latin typeface="Georgia" pitchFamily="18" charset="0"/>
              </a:rPr>
              <a:t>User have power to complaint about the services  </a:t>
            </a:r>
            <a:endParaRPr lang="en-US" sz="3000" dirty="0">
              <a:latin typeface="Georgia" pitchFamily="18" charset="0"/>
            </a:endParaRPr>
          </a:p>
        </p:txBody>
      </p:sp>
      <p:pic>
        <p:nvPicPr>
          <p:cNvPr id="4" name="Picture 3" descr="user-removebg-preview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 flipH="1">
            <a:off x="7999412" y="76200"/>
            <a:ext cx="1447800" cy="1128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08412" y="1143000"/>
            <a:ext cx="5410200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0012" y="274638"/>
            <a:ext cx="10209372" cy="1143000"/>
          </a:xfrm>
        </p:spPr>
        <p:txBody>
          <a:bodyPr/>
          <a:lstStyle/>
          <a:p>
            <a:r>
              <a:rPr lang="en-US" b="1" dirty="0" smtClean="0">
                <a:latin typeface="Georgia" pitchFamily="18" charset="0"/>
              </a:rPr>
              <a:t>Delivery System</a:t>
            </a:r>
            <a:endParaRPr lang="en-US" b="1" dirty="0">
              <a:latin typeface="Georgia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522412" y="1219200"/>
            <a:ext cx="10515600" cy="2286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145-1453397_tasty-tides-tiffin-service-clipart-hd-png-download-removebg-preview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8761412" y="304800"/>
            <a:ext cx="1822002" cy="1073903"/>
          </a:xfrm>
          <a:prstGeom prst="rect">
            <a:avLst/>
          </a:prstGeom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latin typeface="Georgia" pitchFamily="18" charset="0"/>
              </a:rPr>
              <a:t>U.S.P.</a:t>
            </a:r>
            <a:endParaRPr lang="en-US" b="1" dirty="0">
              <a:latin typeface="Georgia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22412" y="1447800"/>
            <a:ext cx="102108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3200" dirty="0" smtClean="0">
                <a:latin typeface="Georgia" pitchFamily="18" charset="0"/>
              </a:rPr>
              <a:t>We will assist women in generating a stable revenue source by providing an interactive and clean dashboard</a:t>
            </a:r>
          </a:p>
          <a:p>
            <a:endParaRPr lang="en-US" sz="3200" dirty="0" smtClean="0">
              <a:latin typeface="Georgia" pitchFamily="18" charset="0"/>
            </a:endParaRPr>
          </a:p>
          <a:p>
            <a:pPr>
              <a:buFont typeface="Wingdings" pitchFamily="2" charset="2"/>
              <a:buChar char="Ø"/>
            </a:pPr>
            <a:r>
              <a:rPr lang="en-US" sz="3200" dirty="0" smtClean="0">
                <a:latin typeface="Georgia" pitchFamily="18" charset="0"/>
              </a:rPr>
              <a:t>We are providing an organized system to local pre-existing </a:t>
            </a:r>
            <a:r>
              <a:rPr lang="en-US" sz="3200" dirty="0" err="1" smtClean="0">
                <a:latin typeface="Georgia" pitchFamily="18" charset="0"/>
              </a:rPr>
              <a:t>tiffin</a:t>
            </a:r>
            <a:r>
              <a:rPr lang="en-US" sz="3200" dirty="0" smtClean="0">
                <a:latin typeface="Georgia" pitchFamily="18" charset="0"/>
              </a:rPr>
              <a:t> services</a:t>
            </a:r>
          </a:p>
          <a:p>
            <a:pPr>
              <a:buFont typeface="Wingdings" pitchFamily="2" charset="2"/>
              <a:buChar char="Ø"/>
            </a:pPr>
            <a:endParaRPr lang="en-US" sz="3200" dirty="0" smtClean="0">
              <a:latin typeface="Georgia" pitchFamily="18" charset="0"/>
            </a:endParaRPr>
          </a:p>
          <a:p>
            <a:pPr>
              <a:buFont typeface="Wingdings" pitchFamily="2" charset="2"/>
              <a:buChar char="Ø"/>
            </a:pPr>
            <a:r>
              <a:rPr lang="en-US" sz="3200" dirty="0" smtClean="0">
                <a:latin typeface="Georgia" pitchFamily="18" charset="0"/>
              </a:rPr>
              <a:t> </a:t>
            </a:r>
            <a:r>
              <a:rPr lang="en-US" sz="3200" dirty="0" smtClean="0">
                <a:latin typeface="Georgia" pitchFamily="18" charset="0"/>
              </a:rPr>
              <a:t>We are providing homemade food to user</a:t>
            </a:r>
            <a:endParaRPr lang="en-US" sz="3200" dirty="0" smtClean="0">
              <a:latin typeface="Georgia" pitchFamily="18" charset="0"/>
            </a:endParaRPr>
          </a:p>
          <a:p>
            <a:endParaRPr lang="en-US" sz="3200" dirty="0">
              <a:latin typeface="Georgia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latin typeface="Georgia" pitchFamily="18" charset="0"/>
              </a:rPr>
              <a:t>This Deck Is Not  Everything </a:t>
            </a:r>
            <a:endParaRPr lang="en-US" b="1" dirty="0">
              <a:latin typeface="Georgia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8012" y="1981200"/>
            <a:ext cx="10969943" cy="3505199"/>
          </a:xfrm>
        </p:spPr>
        <p:txBody>
          <a:bodyPr>
            <a:normAutofit lnSpcReduction="10000"/>
          </a:bodyPr>
          <a:lstStyle/>
          <a:p>
            <a:pPr algn="just">
              <a:buFont typeface="Wingdings" pitchFamily="2" charset="2"/>
              <a:buChar char="Ø"/>
            </a:pPr>
            <a:r>
              <a:rPr lang="en-US" dirty="0" smtClean="0"/>
              <a:t>Mega Kitchen Concept </a:t>
            </a:r>
          </a:p>
          <a:p>
            <a:pPr algn="just">
              <a:buFont typeface="Wingdings" pitchFamily="2" charset="2"/>
              <a:buChar char="Ø"/>
            </a:pPr>
            <a:endParaRPr lang="en-US" dirty="0" smtClean="0"/>
          </a:p>
          <a:p>
            <a:pPr algn="just">
              <a:buFont typeface="Wingdings" pitchFamily="2" charset="2"/>
              <a:buChar char="Ø"/>
            </a:pPr>
            <a:r>
              <a:rPr lang="en-US" dirty="0" smtClean="0"/>
              <a:t>Fresh Kitchen </a:t>
            </a:r>
          </a:p>
          <a:p>
            <a:pPr algn="just">
              <a:buFont typeface="Wingdings" pitchFamily="2" charset="2"/>
              <a:buChar char="Ø"/>
            </a:pPr>
            <a:endParaRPr lang="en-US" dirty="0" smtClean="0"/>
          </a:p>
          <a:p>
            <a:pPr algn="just">
              <a:buFont typeface="Wingdings" pitchFamily="2" charset="2"/>
              <a:buChar char="Ø"/>
            </a:pPr>
            <a:r>
              <a:rPr lang="en-US" dirty="0" smtClean="0"/>
              <a:t>Food Chain Services</a:t>
            </a:r>
          </a:p>
          <a:p>
            <a:pPr algn="just">
              <a:buNone/>
            </a:pPr>
            <a:r>
              <a:rPr lang="en-US" dirty="0" smtClean="0"/>
              <a:t> </a:t>
            </a:r>
          </a:p>
          <a:p>
            <a:pPr algn="just">
              <a:buNone/>
            </a:pPr>
            <a:endParaRPr lang="en-US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4"/>
  <p:tag name="AS_OS" val="Microsoft Windows NT 10.0.17763.0"/>
  <p:tag name="AS_RELEASE_DATE" val="2022.04.14"/>
  <p:tag name="AS_TITLE" val="Aspose.Slides for .NET5"/>
  <p:tag name="AS_VERSION" val="22.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266</Words>
  <Application>Aspose.Slides for .NET</Application>
  <PresentationFormat>Custom</PresentationFormat>
  <Paragraphs>62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Slide 1</vt:lpstr>
      <vt:lpstr>Problem in Existing Tiffin Service</vt:lpstr>
      <vt:lpstr>Slide 3</vt:lpstr>
      <vt:lpstr>Targeted Audience </vt:lpstr>
      <vt:lpstr>Slide 5</vt:lpstr>
      <vt:lpstr>Slide 6</vt:lpstr>
      <vt:lpstr>Slide 7</vt:lpstr>
      <vt:lpstr>User Flexibility  </vt:lpstr>
      <vt:lpstr>Delivery System</vt:lpstr>
      <vt:lpstr>U.S.P.</vt:lpstr>
      <vt:lpstr>This Deck Is Not  Everything </vt:lpstr>
      <vt:lpstr>Slide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Asus</dc:creator>
  <cp:lastModifiedBy>Asus</cp:lastModifiedBy>
  <cp:revision>35</cp:revision>
  <cp:lastPrinted>2022-05-22T10:56:09Z</cp:lastPrinted>
  <dcterms:created xsi:type="dcterms:W3CDTF">2022-05-22T10:56:09Z</dcterms:created>
  <dcterms:modified xsi:type="dcterms:W3CDTF">2022-05-25T10:17:31Z</dcterms:modified>
</cp:coreProperties>
</file>