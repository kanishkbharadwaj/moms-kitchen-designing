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1" r:id="rId4"/>
    <p:sldId id="262" r:id="rId5"/>
    <p:sldId id="264" r:id="rId6"/>
    <p:sldId id="265" r:id="rId7"/>
    <p:sldId id="268" r:id="rId8"/>
    <p:sldId id="266" r:id="rId9"/>
    <p:sldId id="267" r:id="rId10"/>
    <p:sldId id="270" r:id="rId11"/>
    <p:sldId id="269" r:id="rId12"/>
    <p:sldId id="260" r:id="rId13"/>
  </p:sldIdLst>
  <p:sldSz cx="12188825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  <p:ext uri="{1BD7E111-0CB8-44D6-8891-C1BB2F81B7CC}">
      <p1710:readonlyRecommended xmlns="" xmlns:p1710="http://schemas.microsoft.com/office/powerpoint/2017/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6000"/>
    <p:restoredTop sz="0"/>
  </p:normalViewPr>
  <p:slideViewPr>
    <p:cSldViewPr>
      <p:cViewPr>
        <p:scale>
          <a:sx n="100" d="100"/>
          <a:sy n="100" d="100"/>
        </p:scale>
        <p:origin x="-936" y="-696"/>
      </p:cViewPr>
      <p:guideLst>
        <p:guide orient="horz" pos="2160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271BF10-E27D-4B12-A308-C14F3A59CE10}" type="datetimeFigureOut">
              <a:rPr lang="en-US" smtClean="0"/>
              <a:pPr/>
              <a:t>5/26/2022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F8CB1EF-82CD-4E78-A7CB-9E5D4C5E729B}" type="datetimeFigureOut">
              <a:rPr lang="en-US" smtClean="0"/>
              <a:pPr/>
              <a:t>5/26/2022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BCC0464-C42E-41B8-8FDF-604F55EAF17D}" type="datetimeFigureOut">
              <a:rPr lang="en-US" smtClean="0"/>
              <a:pPr/>
              <a:t>5/26/2022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066D35CF-0EAA-40B5-BC50-E2040A0520F0}" type="datetimeFigureOut">
              <a:rPr lang="en-US" smtClean="0"/>
              <a:pPr/>
              <a:t>5/26/2022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17D6E8F5-D22C-4EDF-8605-78620BE39C1A}" type="datetimeFigureOut">
              <a:rPr lang="en-US" smtClean="0"/>
              <a:pPr/>
              <a:t>5/26/2022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9D78B20F-A106-4448-8EA3-5A9F0E4EDBE2}" type="datetimeFigureOut">
              <a:rPr lang="en-US" smtClean="0"/>
              <a:pPr/>
              <a:t>5/26/2022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EFEC322C-3AE3-48FA-8422-9850D31CA2E1}" type="datetimeFigureOut">
              <a:rPr lang="en-US" smtClean="0"/>
              <a:pPr/>
              <a:t>5/26/2022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DDF2D444-9176-4180-9544-B5D0433841F1}" type="datetimeFigureOut">
              <a:rPr lang="en-US" smtClean="0"/>
              <a:pPr/>
              <a:t>5/26/2022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78924CDE-384D-4BF7-A30B-EDEEE80EF984}" type="datetimeFigureOut">
              <a:rPr lang="en-US" smtClean="0"/>
              <a:pPr/>
              <a:t>5/26/2022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734B7FF-E11D-41B0-A314-0B5383010460}" type="datetimeFigureOut">
              <a:rPr lang="en-US" smtClean="0"/>
              <a:pPr/>
              <a:t>5/26/2022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4841228-83CA-44DF-9848-CD72F2F4E7BB}" type="datetimeFigureOut">
              <a:rPr lang="en-US" smtClean="0"/>
              <a:pPr/>
              <a:t>5/26/2022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600201"/>
            <a:ext cx="1096994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pPr/>
              <a:t>5/26/2022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2" y="274638"/>
            <a:ext cx="10209372" cy="1143000"/>
          </a:xfrm>
        </p:spPr>
        <p:txBody>
          <a:bodyPr/>
          <a:lstStyle/>
          <a:p>
            <a:r>
              <a:rPr lang="en-US" b="1" u="sng" dirty="0" smtClean="0">
                <a:latin typeface="Georgia" pitchFamily="18" charset="0"/>
              </a:rPr>
              <a:t>Problem in Existing Tiffin Service</a:t>
            </a:r>
            <a:endParaRPr lang="en-US" b="1" u="sng" dirty="0">
              <a:latin typeface="Georgia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0012" y="1600201"/>
            <a:ext cx="10209372" cy="4114799"/>
          </a:xfrm>
        </p:spPr>
        <p:txBody>
          <a:bodyPr/>
          <a:lstStyle/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 smtClean="0">
                <a:latin typeface="Georgia" pitchFamily="18" charset="0"/>
              </a:rPr>
              <a:t>Low Food Quality 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 smtClean="0">
                <a:latin typeface="Georgia" pitchFamily="18" charset="0"/>
              </a:rPr>
              <a:t>High Pricing 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 smtClean="0">
                <a:latin typeface="Georgia" pitchFamily="18" charset="0"/>
              </a:rPr>
              <a:t>Unorganized Tiffin Services </a:t>
            </a:r>
            <a:endParaRPr lang="en-US" dirty="0">
              <a:latin typeface="Georgia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latin typeface="Georgia" pitchFamily="18" charset="0"/>
              </a:rPr>
              <a:t> </a:t>
            </a:r>
            <a:endParaRPr lang="en-US" dirty="0">
              <a:latin typeface="Georgia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27212" y="1600200"/>
            <a:ext cx="396240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atin typeface="Georgia" pitchFamily="18" charset="0"/>
              </a:rPr>
              <a:t>Vision</a:t>
            </a:r>
          </a:p>
          <a:p>
            <a:pPr algn="ctr"/>
            <a:r>
              <a:rPr lang="en-US" sz="2500" dirty="0" smtClean="0">
                <a:latin typeface="Georgia" pitchFamily="18" charset="0"/>
              </a:rPr>
              <a:t>To provide a highly flexible and systematic digital platform for new and pre existing </a:t>
            </a:r>
            <a:r>
              <a:rPr lang="en-US" sz="2500" dirty="0" err="1" smtClean="0">
                <a:latin typeface="Georgia" pitchFamily="18" charset="0"/>
              </a:rPr>
              <a:t>tiffin</a:t>
            </a:r>
            <a:r>
              <a:rPr lang="en-US" sz="2500" dirty="0" smtClean="0">
                <a:latin typeface="Georgia" pitchFamily="18" charset="0"/>
              </a:rPr>
              <a:t> systems, empowering women and people welfare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9212" y="1600200"/>
            <a:ext cx="419100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atin typeface="Georgia" pitchFamily="18" charset="0"/>
              </a:rPr>
              <a:t>Mission</a:t>
            </a:r>
            <a:endParaRPr lang="en-US" sz="2500" b="1" dirty="0" smtClean="0">
              <a:latin typeface="Georgia" pitchFamily="18" charset="0"/>
            </a:endParaRPr>
          </a:p>
          <a:p>
            <a:pPr algn="ctr"/>
            <a:r>
              <a:rPr lang="en-US" sz="2500" dirty="0" smtClean="0">
                <a:latin typeface="Georgia" pitchFamily="18" charset="0"/>
              </a:rPr>
              <a:t>To promote women empowerment by providing extra source of income &amp; To provide high quality </a:t>
            </a:r>
            <a:r>
              <a:rPr lang="en-US" sz="2500" dirty="0" err="1" smtClean="0">
                <a:latin typeface="Georgia" pitchFamily="18" charset="0"/>
              </a:rPr>
              <a:t>tiffin</a:t>
            </a:r>
            <a:r>
              <a:rPr lang="en-US" sz="2500" dirty="0" smtClean="0">
                <a:latin typeface="Georgia" pitchFamily="18" charset="0"/>
              </a:rPr>
              <a:t> service </a:t>
            </a:r>
          </a:p>
          <a:p>
            <a:pPr algn="ctr"/>
            <a:endParaRPr lang="en-US" sz="2500" dirty="0" smtClean="0">
              <a:latin typeface="Georgia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2" y="274638"/>
            <a:ext cx="10209372" cy="1143000"/>
          </a:xfrm>
        </p:spPr>
        <p:txBody>
          <a:bodyPr/>
          <a:lstStyle/>
          <a:p>
            <a:r>
              <a:rPr lang="en-US" b="1" dirty="0" smtClean="0"/>
              <a:t>Targeted Audience 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989012" y="1981200"/>
            <a:ext cx="5943600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>
                <a:latin typeface="Georgia" pitchFamily="18" charset="0"/>
              </a:rPr>
              <a:t>   </a:t>
            </a:r>
            <a:r>
              <a:rPr lang="en-US" sz="3500" dirty="0" smtClean="0">
                <a:latin typeface="Georgia" pitchFamily="18" charset="0"/>
              </a:rPr>
              <a:t>Service provider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Georgia" pitchFamily="18" charset="0"/>
              </a:rPr>
              <a:t>Housewives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Georgia" pitchFamily="18" charset="0"/>
              </a:rPr>
              <a:t>Local Tiffin System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Georgia" pitchFamily="18" charset="0"/>
              </a:rPr>
              <a:t>Restaurants </a:t>
            </a:r>
            <a:endParaRPr lang="en-US" sz="2000" dirty="0"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70612" y="1981200"/>
            <a:ext cx="312420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i="1" dirty="0" smtClean="0">
                <a:latin typeface="Georgia" pitchFamily="18" charset="0"/>
              </a:rPr>
              <a:t>  </a:t>
            </a:r>
            <a:r>
              <a:rPr lang="en-US" sz="3500" dirty="0" smtClean="0">
                <a:latin typeface="Georgia" pitchFamily="18" charset="0"/>
              </a:rPr>
              <a:t>User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Georgia" pitchFamily="18" charset="0"/>
              </a:rPr>
              <a:t>Students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Georgia" pitchFamily="18" charset="0"/>
              </a:rPr>
              <a:t>Employees</a:t>
            </a:r>
            <a:endParaRPr lang="en-US" sz="2000" dirty="0">
              <a:latin typeface="Georgia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iffin-images-clipart-3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79612" y="1676400"/>
            <a:ext cx="1606685" cy="1678093"/>
          </a:xfrm>
          <a:prstGeom prst="rect">
            <a:avLst/>
          </a:prstGeom>
        </p:spPr>
      </p:pic>
      <p:pic>
        <p:nvPicPr>
          <p:cNvPr id="6" name="Picture 5" descr="loving-mom-introducing-new-recipe-to-her-child-happy-mother-feeding-baby-solid-food-spoon-19666939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7612" y="1752600"/>
            <a:ext cx="2110082" cy="1709166"/>
          </a:xfrm>
          <a:prstGeom prst="rect">
            <a:avLst/>
          </a:prstGeom>
        </p:spPr>
      </p:pic>
      <p:pic>
        <p:nvPicPr>
          <p:cNvPr id="7" name="Picture 6" descr="202-2025315_library-drawing-restaurant-restaurant-clipart-png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532812" y="1447800"/>
            <a:ext cx="1931331" cy="1799435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 rot="5400000">
            <a:off x="3199606" y="4495006"/>
            <a:ext cx="2438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rot="5400000">
            <a:off x="6666706" y="4533106"/>
            <a:ext cx="2514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93812" y="3276600"/>
            <a:ext cx="3124200" cy="2133600"/>
          </a:xfrm>
          <a:prstGeom prst="rect">
            <a:avLst/>
          </a:prstGeom>
          <a:noFill/>
        </p:spPr>
        <p:txBody>
          <a:bodyPr wrap="square" lIns="0" tIns="0" rtlCol="0">
            <a:normAutofit fontScale="92500"/>
          </a:bodyPr>
          <a:lstStyle/>
          <a:p>
            <a:pPr algn="ctr"/>
            <a:r>
              <a:rPr lang="en-US" sz="2500" b="1" dirty="0" smtClean="0">
                <a:latin typeface="Georgia" pitchFamily="18" charset="0"/>
              </a:rPr>
              <a:t>Local Tiffin Service</a:t>
            </a:r>
          </a:p>
          <a:p>
            <a:pPr algn="ctr"/>
            <a:endParaRPr lang="en-US" sz="2000" dirty="0" smtClean="0">
              <a:latin typeface="Georgia" pitchFamily="18" charset="0"/>
            </a:endParaRPr>
          </a:p>
          <a:p>
            <a:pPr algn="ctr"/>
            <a:r>
              <a:rPr lang="en-US" sz="2200" dirty="0" smtClean="0">
                <a:latin typeface="Georgia" pitchFamily="18" charset="0"/>
              </a:rPr>
              <a:t>We will tie-up with the existing </a:t>
            </a:r>
            <a:r>
              <a:rPr lang="en-US" sz="2200" dirty="0" err="1" smtClean="0">
                <a:latin typeface="Georgia" pitchFamily="18" charset="0"/>
              </a:rPr>
              <a:t>tiffin</a:t>
            </a:r>
            <a:r>
              <a:rPr lang="en-US" sz="2200" dirty="0" smtClean="0">
                <a:latin typeface="Georgia" pitchFamily="18" charset="0"/>
              </a:rPr>
              <a:t> services and provide them new Users</a:t>
            </a:r>
            <a:endParaRPr lang="en-US" sz="2200" dirty="0">
              <a:latin typeface="Georgia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18012" y="3276600"/>
            <a:ext cx="3505200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 smtClean="0">
                <a:latin typeface="Georgia" pitchFamily="18" charset="0"/>
              </a:rPr>
              <a:t>Housewives</a:t>
            </a:r>
          </a:p>
          <a:p>
            <a:pPr algn="ctr"/>
            <a:endParaRPr lang="en-US" sz="2000" dirty="0" smtClean="0">
              <a:latin typeface="Georgia" pitchFamily="18" charset="0"/>
            </a:endParaRPr>
          </a:p>
          <a:p>
            <a:pPr algn="ctr"/>
            <a:r>
              <a:rPr lang="en-US" sz="2200" dirty="0" smtClean="0">
                <a:latin typeface="Georgia" pitchFamily="18" charset="0"/>
              </a:rPr>
              <a:t>We will provide fundamental raw materials to housewives and a dashboard to manage their services</a:t>
            </a:r>
            <a:endParaRPr lang="en-US" sz="2200" dirty="0">
              <a:latin typeface="Georgia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923212" y="3276600"/>
            <a:ext cx="3276600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 smtClean="0">
                <a:latin typeface="Georgia" pitchFamily="18" charset="0"/>
              </a:rPr>
              <a:t>Restaurants</a:t>
            </a:r>
          </a:p>
          <a:p>
            <a:pPr algn="ctr"/>
            <a:endParaRPr lang="en-US" sz="2000" dirty="0" smtClean="0">
              <a:latin typeface="Georgia" pitchFamily="18" charset="0"/>
            </a:endParaRPr>
          </a:p>
          <a:p>
            <a:pPr algn="ctr"/>
            <a:r>
              <a:rPr lang="en-US" sz="2200" dirty="0" smtClean="0">
                <a:latin typeface="Georgia" pitchFamily="18" charset="0"/>
              </a:rPr>
              <a:t>We will integrate the     pre-existing </a:t>
            </a:r>
            <a:r>
              <a:rPr lang="en-US" sz="2200" dirty="0" err="1" smtClean="0">
                <a:latin typeface="Georgia" pitchFamily="18" charset="0"/>
              </a:rPr>
              <a:t>thali</a:t>
            </a:r>
            <a:r>
              <a:rPr lang="en-US" sz="2200" dirty="0" smtClean="0">
                <a:latin typeface="Georgia" pitchFamily="18" charset="0"/>
              </a:rPr>
              <a:t> system in our timely organized </a:t>
            </a:r>
            <a:r>
              <a:rPr lang="en-US" sz="2200" dirty="0" err="1" smtClean="0">
                <a:latin typeface="Georgia" pitchFamily="18" charset="0"/>
              </a:rPr>
              <a:t>tiffin</a:t>
            </a:r>
            <a:r>
              <a:rPr lang="en-US" sz="2200" dirty="0" smtClean="0">
                <a:latin typeface="Georgia" pitchFamily="18" charset="0"/>
              </a:rPr>
              <a:t> service</a:t>
            </a:r>
            <a:endParaRPr lang="en-US" sz="2200" dirty="0">
              <a:latin typeface="Georgia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98612" y="304800"/>
            <a:ext cx="9296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latin typeface="Georgia" pitchFamily="18" charset="0"/>
              </a:rPr>
              <a:t>Service Providers </a:t>
            </a:r>
          </a:p>
          <a:p>
            <a:pPr algn="ctr"/>
            <a:endParaRPr lang="en-US" sz="4400" b="1" dirty="0" smtClean="0">
              <a:latin typeface="Georgia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74812" y="457200"/>
            <a:ext cx="9448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latin typeface="Georgia" pitchFamily="18" charset="0"/>
              </a:rPr>
              <a:t>Rules For Service Providers</a:t>
            </a:r>
            <a:endParaRPr lang="en-US" sz="4400" b="1" dirty="0"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4212" y="2057400"/>
            <a:ext cx="11125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000" dirty="0" smtClean="0">
                <a:latin typeface="Georgia" pitchFamily="18" charset="0"/>
              </a:rPr>
              <a:t>They have to verify food related certificates issued by G.O.I.</a:t>
            </a:r>
          </a:p>
          <a:p>
            <a:pPr>
              <a:buFont typeface="Wingdings" pitchFamily="2" charset="2"/>
              <a:buChar char="Ø"/>
            </a:pPr>
            <a:r>
              <a:rPr lang="en-US" sz="3000" dirty="0" smtClean="0">
                <a:latin typeface="Georgia" pitchFamily="18" charset="0"/>
              </a:rPr>
              <a:t>Maintain food quality &amp; hygiene </a:t>
            </a:r>
          </a:p>
          <a:p>
            <a:pPr>
              <a:buFont typeface="Wingdings" pitchFamily="2" charset="2"/>
              <a:buChar char="Ø"/>
            </a:pPr>
            <a:r>
              <a:rPr lang="en-US" sz="3000" dirty="0" smtClean="0">
                <a:latin typeface="Georgia" pitchFamily="18" charset="0"/>
              </a:rPr>
              <a:t>They have to maintain proper rating &amp; react towards customer review </a:t>
            </a:r>
          </a:p>
          <a:p>
            <a:pPr>
              <a:buFont typeface="Wingdings" pitchFamily="2" charset="2"/>
              <a:buChar char="Ø"/>
            </a:pPr>
            <a:r>
              <a:rPr lang="en-US" sz="3000" dirty="0" smtClean="0">
                <a:latin typeface="Georgia" pitchFamily="18" charset="0"/>
              </a:rPr>
              <a:t>Decide weekly menu according to customers </a:t>
            </a:r>
          </a:p>
          <a:p>
            <a:pPr>
              <a:buFont typeface="Wingdings" pitchFamily="2" charset="2"/>
              <a:buChar char="Ø"/>
            </a:pPr>
            <a:endParaRPr lang="en-US" sz="3000" dirty="0">
              <a:latin typeface="Georgia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 rot="5400000">
            <a:off x="3199606" y="4495006"/>
            <a:ext cx="2438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rot="5400000">
            <a:off x="6666706" y="4533106"/>
            <a:ext cx="2514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93812" y="3276600"/>
            <a:ext cx="31242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 smtClean="0">
                <a:latin typeface="Georgia" pitchFamily="18" charset="0"/>
              </a:rPr>
              <a:t>Basic Subscription</a:t>
            </a:r>
          </a:p>
          <a:p>
            <a:pPr algn="ctr"/>
            <a:endParaRPr lang="en-US" sz="2000" dirty="0" smtClean="0">
              <a:latin typeface="Georgia" pitchFamily="18" charset="0"/>
            </a:endParaRPr>
          </a:p>
          <a:p>
            <a:pPr algn="ctr"/>
            <a:r>
              <a:rPr lang="en-US" sz="2000" dirty="0" smtClean="0">
                <a:latin typeface="Georgia" pitchFamily="18" charset="0"/>
              </a:rPr>
              <a:t>User can select any one of service provider permanently </a:t>
            </a:r>
            <a:endParaRPr lang="en-US" sz="2000" dirty="0">
              <a:latin typeface="Georgia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18012" y="3276600"/>
            <a:ext cx="35052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 smtClean="0">
                <a:latin typeface="Georgia" pitchFamily="18" charset="0"/>
              </a:rPr>
              <a:t>Prime Subscription </a:t>
            </a:r>
          </a:p>
          <a:p>
            <a:pPr algn="ctr"/>
            <a:endParaRPr lang="en-US" sz="2000" dirty="0" smtClean="0">
              <a:latin typeface="Georgia" pitchFamily="18" charset="0"/>
            </a:endParaRPr>
          </a:p>
          <a:p>
            <a:pPr algn="ctr"/>
            <a:r>
              <a:rPr lang="en-US" sz="2000" dirty="0" smtClean="0">
                <a:latin typeface="Georgia" pitchFamily="18" charset="0"/>
              </a:rPr>
              <a:t>User have freedom to choose their service provider on weekly basis</a:t>
            </a:r>
            <a:endParaRPr lang="en-US" sz="2000" dirty="0">
              <a:latin typeface="Georgia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923212" y="3276600"/>
            <a:ext cx="32766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 smtClean="0">
                <a:latin typeface="Georgia" pitchFamily="18" charset="0"/>
              </a:rPr>
              <a:t>Add-On</a:t>
            </a:r>
          </a:p>
          <a:p>
            <a:pPr algn="ctr"/>
            <a:endParaRPr lang="en-US" sz="2000" dirty="0" smtClean="0">
              <a:latin typeface="Georgia" pitchFamily="18" charset="0"/>
            </a:endParaRPr>
          </a:p>
          <a:p>
            <a:pPr algn="ctr"/>
            <a:r>
              <a:rPr lang="en-US" sz="2000" dirty="0" smtClean="0">
                <a:latin typeface="Georgia" pitchFamily="18" charset="0"/>
              </a:rPr>
              <a:t>We Will Provide Add-On With Meal </a:t>
            </a:r>
            <a:endParaRPr lang="en-US" sz="2000" dirty="0">
              <a:latin typeface="Georgia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98612" y="304800"/>
            <a:ext cx="9296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latin typeface="Georgia" pitchFamily="18" charset="0"/>
              </a:rPr>
              <a:t>User </a:t>
            </a:r>
          </a:p>
          <a:p>
            <a:pPr algn="ctr"/>
            <a:endParaRPr lang="en-US" sz="4400" b="1" dirty="0" smtClean="0">
              <a:latin typeface="Georgia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27012" y="1752600"/>
            <a:ext cx="184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10" name="Picture 9" descr="Premium-removebg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012" y="914400"/>
            <a:ext cx="2025435" cy="2571032"/>
          </a:xfrm>
          <a:prstGeom prst="rect">
            <a:avLst/>
          </a:prstGeom>
        </p:spPr>
      </p:pic>
      <p:pic>
        <p:nvPicPr>
          <p:cNvPr id="15" name="Picture 14" descr="Basic-removebg-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12" y="609600"/>
            <a:ext cx="4267200" cy="3048000"/>
          </a:xfrm>
          <a:prstGeom prst="rect">
            <a:avLst/>
          </a:prstGeom>
        </p:spPr>
      </p:pic>
      <p:pic>
        <p:nvPicPr>
          <p:cNvPr id="16" name="Picture 15" descr="05376646959925052290-removebg-p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3425" y="533400"/>
            <a:ext cx="5105400" cy="299903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Georgia" pitchFamily="18" charset="0"/>
              </a:rPr>
              <a:t>User Flexibility  </a:t>
            </a:r>
            <a:endParaRPr lang="en-US" b="1" dirty="0"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2412" y="2057400"/>
            <a:ext cx="94488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000" dirty="0" smtClean="0">
                <a:latin typeface="Georgia" pitchFamily="18" charset="0"/>
              </a:rPr>
              <a:t>User can cancel subscription after a particular time</a:t>
            </a:r>
          </a:p>
          <a:p>
            <a:endParaRPr lang="en-US" sz="3000" dirty="0" smtClean="0">
              <a:latin typeface="Georgia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3000" dirty="0" smtClean="0">
                <a:latin typeface="Georgia" pitchFamily="18" charset="0"/>
              </a:rPr>
              <a:t>User can pause their subscription at any time</a:t>
            </a:r>
          </a:p>
          <a:p>
            <a:pPr>
              <a:buFont typeface="Wingdings" pitchFamily="2" charset="2"/>
              <a:buChar char="Ø"/>
            </a:pPr>
            <a:endParaRPr lang="en-US" sz="3000" dirty="0" smtClean="0">
              <a:latin typeface="Georgia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3000" dirty="0" smtClean="0">
                <a:latin typeface="Georgia" pitchFamily="18" charset="0"/>
              </a:rPr>
              <a:t>User have power to complaint about the services  </a:t>
            </a:r>
            <a:endParaRPr lang="en-US" sz="3000" dirty="0">
              <a:latin typeface="Georgia" pitchFamily="18" charset="0"/>
            </a:endParaRPr>
          </a:p>
        </p:txBody>
      </p:sp>
      <p:pic>
        <p:nvPicPr>
          <p:cNvPr id="4" name="Picture 3" descr="user-removebg-preview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flipH="1">
            <a:off x="7999412" y="76200"/>
            <a:ext cx="1447800" cy="11280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08412" y="1143000"/>
            <a:ext cx="54102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2" y="274638"/>
            <a:ext cx="10209372" cy="1143000"/>
          </a:xfrm>
        </p:spPr>
        <p:txBody>
          <a:bodyPr/>
          <a:lstStyle/>
          <a:p>
            <a:r>
              <a:rPr lang="en-US" b="1" dirty="0" smtClean="0">
                <a:latin typeface="Georgia" pitchFamily="18" charset="0"/>
              </a:rPr>
              <a:t>Delivery System</a:t>
            </a:r>
            <a:endParaRPr lang="en-US" b="1" dirty="0">
              <a:latin typeface="Georgia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22412" y="1219200"/>
            <a:ext cx="10515600" cy="228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145-1453397_tasty-tides-tiffin-service-clipart-hd-png-download-removebg-preview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761412" y="304800"/>
            <a:ext cx="1822002" cy="10739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98612" y="1828800"/>
            <a:ext cx="9982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 smtClean="0">
                <a:latin typeface="Georgia" pitchFamily="18" charset="0"/>
              </a:rPr>
              <a:t>Initially, we will deliver using rental bikes by </a:t>
            </a:r>
            <a:r>
              <a:rPr lang="en-US" sz="2800" dirty="0" err="1" smtClean="0">
                <a:latin typeface="Georgia" pitchFamily="18" charset="0"/>
              </a:rPr>
              <a:t>ourself</a:t>
            </a:r>
            <a:r>
              <a:rPr lang="en-US" sz="2800" dirty="0" smtClean="0">
                <a:latin typeface="Georgia" pitchFamily="18" charset="0"/>
              </a:rPr>
              <a:t>, this will cost Rs. 3000 for two bikes per month</a:t>
            </a:r>
            <a:r>
              <a:rPr lang="en-US" sz="2800" dirty="0" smtClean="0">
                <a:latin typeface="Georgia" pitchFamily="18" charset="0"/>
              </a:rPr>
              <a:t>.</a:t>
            </a:r>
          </a:p>
          <a:p>
            <a:pPr>
              <a:buFont typeface="Wingdings" pitchFamily="2" charset="2"/>
              <a:buChar char="Ø"/>
            </a:pPr>
            <a:endParaRPr lang="en-US" sz="2800" dirty="0" smtClean="0">
              <a:latin typeface="Georgia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 dirty="0" smtClean="0">
                <a:latin typeface="Georgia" pitchFamily="18" charset="0"/>
              </a:rPr>
              <a:t>After reaching our milestone of 100 customers, we will start hiring delivery boys, which will cost Rs.7,200</a:t>
            </a:r>
            <a:r>
              <a:rPr lang="en-US" sz="2800" dirty="0" smtClean="0">
                <a:latin typeface="Georgia" pitchFamily="18" charset="0"/>
              </a:rPr>
              <a:t>.</a:t>
            </a:r>
          </a:p>
          <a:p>
            <a:pPr>
              <a:buFont typeface="Wingdings" pitchFamily="2" charset="2"/>
              <a:buChar char="Ø"/>
            </a:pPr>
            <a:endParaRPr lang="en-US" sz="2800" dirty="0" smtClean="0">
              <a:latin typeface="Georgia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 dirty="0" smtClean="0">
                <a:latin typeface="Georgia" pitchFamily="18" charset="0"/>
              </a:rPr>
              <a:t>We will not take delivery charges on </a:t>
            </a:r>
            <a:r>
              <a:rPr lang="en-US" sz="2800" dirty="0" err="1" smtClean="0">
                <a:latin typeface="Georgia" pitchFamily="18" charset="0"/>
              </a:rPr>
              <a:t>tiffins</a:t>
            </a:r>
            <a:r>
              <a:rPr lang="en-US" sz="2800" dirty="0" smtClean="0">
                <a:latin typeface="Georgia" pitchFamily="18" charset="0"/>
              </a:rPr>
              <a:t>, but on add-ons.</a:t>
            </a:r>
          </a:p>
          <a:p>
            <a:endParaRPr lang="en-US" sz="2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Georgia" pitchFamily="18" charset="0"/>
              </a:rPr>
              <a:t>U.S.P.</a:t>
            </a:r>
            <a:endParaRPr lang="en-US" b="1" dirty="0">
              <a:latin typeface="Georgia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22412" y="1447800"/>
            <a:ext cx="102108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200" dirty="0" smtClean="0">
                <a:latin typeface="Georgia" pitchFamily="18" charset="0"/>
              </a:rPr>
              <a:t>We will assist women in generating a stable revenue source by providing an interactive and clean dashboard</a:t>
            </a:r>
          </a:p>
          <a:p>
            <a:endParaRPr lang="en-US" sz="3200" dirty="0" smtClean="0">
              <a:latin typeface="Georgia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3200" dirty="0" smtClean="0">
                <a:latin typeface="Georgia" pitchFamily="18" charset="0"/>
              </a:rPr>
              <a:t>We are providing an organized system to local pre-existing </a:t>
            </a:r>
            <a:r>
              <a:rPr lang="en-US" sz="3200" dirty="0" err="1" smtClean="0">
                <a:latin typeface="Georgia" pitchFamily="18" charset="0"/>
              </a:rPr>
              <a:t>tiffin</a:t>
            </a:r>
            <a:r>
              <a:rPr lang="en-US" sz="3200" dirty="0" smtClean="0">
                <a:latin typeface="Georgia" pitchFamily="18" charset="0"/>
              </a:rPr>
              <a:t> services</a:t>
            </a:r>
          </a:p>
          <a:p>
            <a:pPr>
              <a:buFont typeface="Wingdings" pitchFamily="2" charset="2"/>
              <a:buChar char="Ø"/>
            </a:pPr>
            <a:endParaRPr lang="en-US" sz="3200" dirty="0" smtClean="0">
              <a:latin typeface="Georgia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3200" dirty="0" smtClean="0">
                <a:latin typeface="Georgia" pitchFamily="18" charset="0"/>
              </a:rPr>
              <a:t> We are providing homemade food to user</a:t>
            </a:r>
          </a:p>
          <a:p>
            <a:endParaRPr lang="en-US" sz="3200" dirty="0">
              <a:latin typeface="Georgia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Georgia" pitchFamily="18" charset="0"/>
              </a:rPr>
              <a:t>This Deck Is Not  Everything </a:t>
            </a:r>
            <a:endParaRPr lang="en-US" b="1" dirty="0">
              <a:latin typeface="Georgia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8012" y="1981200"/>
            <a:ext cx="10969943" cy="3505199"/>
          </a:xfrm>
        </p:spPr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dirty="0" smtClean="0"/>
              <a:t>Mega Kitchen Concept </a:t>
            </a:r>
          </a:p>
          <a:p>
            <a:pPr algn="just">
              <a:buFont typeface="Wingdings" pitchFamily="2" charset="2"/>
              <a:buChar char="Ø"/>
            </a:pPr>
            <a:endParaRPr lang="en-US" dirty="0" smtClean="0"/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Fresh Kitchen </a:t>
            </a:r>
          </a:p>
          <a:p>
            <a:pPr algn="just">
              <a:buFont typeface="Wingdings" pitchFamily="2" charset="2"/>
              <a:buChar char="Ø"/>
            </a:pPr>
            <a:endParaRPr lang="en-US" dirty="0" smtClean="0"/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Food Chain Services</a:t>
            </a:r>
          </a:p>
          <a:p>
            <a:pPr algn="just">
              <a:buNone/>
            </a:pPr>
            <a:r>
              <a:rPr lang="en-US" dirty="0" smtClean="0"/>
              <a:t> </a:t>
            </a:r>
          </a:p>
          <a:p>
            <a:pPr algn="just">
              <a:buNone/>
            </a:pP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4"/>
  <p:tag name="AS_OS" val="Microsoft Windows NT 10.0.17763.0"/>
  <p:tag name="AS_RELEASE_DATE" val="2022.04.14"/>
  <p:tag name="AS_TITLE" val="Aspose.Slides for .NET5"/>
  <p:tag name="AS_VERSION" val="22.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322</Words>
  <Application>Aspose.Slides for .NET</Application>
  <PresentationFormat>Custom</PresentationFormat>
  <Paragraphs>67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Problem in Existing Tiffin Service</vt:lpstr>
      <vt:lpstr>Slide 3</vt:lpstr>
      <vt:lpstr>Targeted Audience </vt:lpstr>
      <vt:lpstr>Slide 5</vt:lpstr>
      <vt:lpstr>Slide 6</vt:lpstr>
      <vt:lpstr>Slide 7</vt:lpstr>
      <vt:lpstr>User Flexibility  </vt:lpstr>
      <vt:lpstr>Delivery System</vt:lpstr>
      <vt:lpstr>U.S.P.</vt:lpstr>
      <vt:lpstr>This Deck Is Not  Everything 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Asus</dc:creator>
  <cp:lastModifiedBy>Asus</cp:lastModifiedBy>
  <cp:revision>38</cp:revision>
  <cp:lastPrinted>2022-05-22T10:56:09Z</cp:lastPrinted>
  <dcterms:created xsi:type="dcterms:W3CDTF">2022-05-22T10:56:09Z</dcterms:created>
  <dcterms:modified xsi:type="dcterms:W3CDTF">2022-05-26T18:13:40Z</dcterms:modified>
</cp:coreProperties>
</file>