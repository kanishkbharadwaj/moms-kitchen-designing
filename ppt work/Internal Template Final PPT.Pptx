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88825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  <p:ext uri="{1BD7E111-0CB8-44D6-8891-C1BB2F81B7CC}">
      <p1710:readonlyRecommended xmlns:p1710="http://schemas.microsoft.com/office/powerpoint/2017/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100" d="100"/>
          <a:sy n="100" d="100"/>
        </p:scale>
        <p:origin x="-1080" y="-696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C0C6F33-4162-4EB7-A481-780E68B5431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2CC2319-1B69-4F73-B223-F4EBD4F9D6C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6CCD40A-5CA9-4C6C-8BCF-112056CEAFF9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2ABAE58-0ADF-45ED-94C0-5720CF9EDF08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2C57574-657C-4550-A8FE-743AE04C76E8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D0F408B-72B5-46A5-89C6-FDF2D73D766B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CD03B19-92EB-403B-9BE2-0F0E953A2EDA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505CC7F-FEDE-463C-B709-CF5CBD3F3A49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DBABA14-2755-49A0-9AB8-BEA2D3F5A23D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012DE3E-E670-4225-A15A-48B85DA9F5A1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85805B1-A9C4-47BE-8038-A2BCDE6EA3F6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4"/>
  <p:tag name="AS_OS" val="Microsoft Windows NT 10.0.17763.0"/>
  <p:tag name="AS_RELEASE_DATE" val="2022.04.14"/>
  <p:tag name="AS_TITLE" val="Aspose.Slides for .NET5"/>
  <p:tag name="AS_VERSION" val="2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Aspose.Slides for .NET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Asus</cp:lastModifiedBy>
  <cp:revision>2</cp:revision>
  <cp:lastPrinted>2022-05-22T11:00:12Z</cp:lastPrinted>
  <dcterms:created xsi:type="dcterms:W3CDTF">2022-05-22T11:00:12Z</dcterms:created>
  <dcterms:modified xsi:type="dcterms:W3CDTF">2022-05-22T12:37:19Z</dcterms:modified>
</cp:coreProperties>
</file>