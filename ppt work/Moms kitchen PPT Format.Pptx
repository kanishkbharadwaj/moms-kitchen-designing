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88825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  <p:ext uri="{1BD7E111-0CB8-44D6-8891-C1BB2F81B7CC}">
      <p1710:readonlyRecommended xmlns:p1710="http://schemas.microsoft.com/office/powerpoint/2017/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100" d="100"/>
          <a:sy n="100" d="100"/>
        </p:scale>
        <p:origin x="-936" y="-696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271BF10-E27D-4B12-A308-C14F3A59CE10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8CB1EF-82CD-4E78-A7CB-9E5D4C5E729B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BCC0464-C42E-41B8-8FDF-604F55EAF17D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66D35CF-0EAA-40B5-BC50-E2040A0520F0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17D6E8F5-D22C-4EDF-8605-78620BE39C1A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D78B20F-A106-4448-8EA3-5A9F0E4EDBE2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FEC322C-3AE3-48FA-8422-9850D31CA2E1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DF2D444-9176-4180-9544-B5D0433841F1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8924CDE-384D-4BF7-A30B-EDEEE80EF984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734B7FF-E11D-41B0-A314-0B5383010460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4841228-83CA-44DF-9848-CD72F2F4E7BB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274638"/>
            <a:ext cx="10209372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2" y="1600201"/>
            <a:ext cx="10209372" cy="4114799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990600"/>
            <a:ext cx="9525000" cy="427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600200"/>
            <a:ext cx="9525000" cy="4571999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4"/>
  <p:tag name="AS_OS" val="Microsoft Windows NT 10.0.17763.0"/>
  <p:tag name="AS_RELEASE_DATE" val="2022.04.14"/>
  <p:tag name="AS_TITLE" val="Aspose.Slides for .NET5"/>
  <p:tag name="AS_VERSION" val="2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Aspose.Slides for .NET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Asus</cp:lastModifiedBy>
  <cp:revision>9</cp:revision>
  <cp:lastPrinted>2022-05-22T10:56:09Z</cp:lastPrinted>
  <dcterms:created xsi:type="dcterms:W3CDTF">2022-05-22T10:56:09Z</dcterms:created>
  <dcterms:modified xsi:type="dcterms:W3CDTF">2022-05-23T14:08:59Z</dcterms:modified>
</cp:coreProperties>
</file>